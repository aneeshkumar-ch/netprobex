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We decoupled socket discovery from banner analysis using a 30-worker thread pool coordinated by an asynchronous event loop. 200ms socket timeouts ensure deterministic speed.</a:t>
            </a:r>
            <a:br/>
          </a:p>
          <a:p>
            <a:r>
              <a:t>[ENGINEERING MANAGER]:</a:t>
            </a:r>
            <a:br/>
            <a:r>
              <a:t>ARGUS has zero database dependencies. It runs completely in-memory with a 47MB footprint, making it ideal for developer machines and CI runner pods.</a:t>
            </a:r>
            <a:br/>
          </a:p>
          <a:p>
            <a:r>
              <a:t>[CISO]:</a:t>
            </a:r>
            <a:br/>
            <a:r>
              <a:t>ARGUS solves scan-induced downtime and stale reporting by querying NIST in real-time and calculating a weighted 0-100 Risk Score with an automatic 80+ floor on Criticals.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Legacy scanners trigger half-open socket drops and firewall alerts. ARGUS couples network discovery with host OS inspection to identify the exact binary owning the port.</a:t>
            </a:r>
            <a:br/>
          </a:p>
          <a:p>
            <a:r>
              <a:t>[ENGINEERING MANAGER]:</a:t>
            </a:r>
            <a:br/>
            <a:r>
              <a:t>Legacy scanners stall PR pipelines. ARGUS provides immediate feedback on pull requests in less than 3 seconds.</a:t>
            </a:r>
            <a:br/>
          </a:p>
          <a:p>
            <a:r>
              <a:t>[CISO]:</a:t>
            </a:r>
            <a:br/>
            <a:r>
              <a:t>We eliminate expensive per-host subscription models that penalize ephemeral cloud architectures.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Every socket connection was closed cleanly with TCP FIN handshakes, leaving zero orphaned states in the OS stack.</a:t>
            </a:r>
            <a:br/>
          </a:p>
          <a:p>
            <a:r>
              <a:t>[ENGINEERING MANAGER]:</a:t>
            </a:r>
            <a:br/>
            <a:r>
              <a:t>47.3 MB peak RAM footprint means ARGUS runs safely alongside mission-critical microservices.</a:t>
            </a:r>
            <a:br/>
          </a:p>
          <a:p>
            <a:r>
              <a:t>[CISO]:</a:t>
            </a:r>
            <a:br/>
            <a:r>
              <a:t>Validation proved that all 6 Critical vulnerabilities were triaged and prioritized within seconds of scan completion.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By using loop.run_in_executor with 30 workers, we keep the UI responsive while executing concurrent raw socket connections.</a:t>
            </a:r>
            <a:br/>
          </a:p>
          <a:p>
            <a:r>
              <a:t>[ENGINEERING MANAGER]:</a:t>
            </a:r>
            <a:br/>
            <a:r>
              <a:t>The system is robust and self-contained; no background message queues or celery brokers required.</a:t>
            </a:r>
            <a:br/>
          </a:p>
          <a:p>
            <a:r>
              <a:t>[CISO]:</a:t>
            </a:r>
            <a:br/>
            <a:r>
              <a:t>Least-privilege socket execution means the scanner does not require administrative elevation to probe network ports.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PostgreSQL inspection uses the official 8-byte SSL startup packet so we don't spam database auth logs with failed login attempts.</a:t>
            </a:r>
            <a:br/>
          </a:p>
          <a:p>
            <a:r>
              <a:t>[ENGINEERING MANAGER]:</a:t>
            </a:r>
            <a:br/>
            <a:r>
              <a:t>We don't fuzz or inject malformed packets. Every probe is compliant with standard RFC specifications.</a:t>
            </a:r>
            <a:br/>
          </a:p>
          <a:p>
            <a:r>
              <a:t>[CISO]:</a:t>
            </a:r>
            <a:br/>
            <a:r>
              <a:t>This non-destructive methodology ensures we remain fully compliant with production change-control requirements.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Our regex cascade extracts the semver string cleanly and attempts fallback queries if patch versions don't yield direct matches.</a:t>
            </a:r>
            <a:br/>
          </a:p>
          <a:p>
            <a:r>
              <a:t>[ENGINEERING MANAGER]:</a:t>
            </a:r>
            <a:br/>
            <a:r>
              <a:t>Zero local CVE database management means zero disk space, zero sync jobs, and zero stale vulnerability data.</a:t>
            </a:r>
            <a:br/>
          </a:p>
          <a:p>
            <a:r>
              <a:t>[CISO]:</a:t>
            </a:r>
            <a:br/>
            <a:r>
              <a:t>Findings are mapped directly to official CVSS v3.1 standards, ensuring our risk posture aligns with international scoring frameworks.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The findings table gives you exact copy-paste remediation commands alongside the host PID.</a:t>
            </a:r>
            <a:br/>
          </a:p>
          <a:p>
            <a:r>
              <a:t>[ENGINEERING MANAGER]:</a:t>
            </a:r>
            <a:br/>
            <a:r>
              <a:t>Engineers can start the dashboard with a single double-click and begin scanning in seconds.</a:t>
            </a:r>
            <a:br/>
          </a:p>
          <a:p>
            <a:r>
              <a:t>[CISO]:</a:t>
            </a:r>
            <a:br/>
            <a:r>
              <a:t>The weighted gauge provides instant executive visibility into our perimeter risk posture.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By requiring a verified banner before performing CVE lookups, we avoid false alarms caused by stateful firewalls returning phantom ACKs.</a:t>
            </a:r>
            <a:br/>
          </a:p>
          <a:p>
            <a:r>
              <a:t>[ENGINEERING MANAGER]:</a:t>
            </a:r>
            <a:br/>
            <a:r>
              <a:t>Alert fatigue drops significantly when developers only get alerted on verified product versions.</a:t>
            </a:r>
            <a:br/>
          </a:p>
          <a:p>
            <a:r>
              <a:t>[CISO]:</a:t>
            </a:r>
            <a:br/>
            <a:r>
              <a:t>High-fidelity alerting ensures that engineering hours are spent remediating real exposures.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ScopeManager strictly checks every IP against scope.txt before dispatching probes, eliminating accidental out-of-scope scanning.</a:t>
            </a:r>
            <a:br/>
          </a:p>
          <a:p>
            <a:r>
              <a:t>[ENGINEERING MANAGER]:</a:t>
            </a:r>
            <a:br/>
            <a:r>
              <a:t>The output reports map directly to our SOC 2 and ISO 27001 audit deliverables.</a:t>
            </a:r>
            <a:br/>
          </a:p>
          <a:p>
            <a:r>
              <a:t>[CISO]:</a:t>
            </a:r>
            <a:br/>
            <a:r>
              <a:t>ARGUS satisfies internal vulnerability scanning mandates for PCI-DSS Requirement 11.3 and NIST CSF asset management controls.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Automated triage notes save our engineers from manually searching remediation steps for common service vulnerabilities.</a:t>
            </a:r>
            <a:br/>
          </a:p>
          <a:p>
            <a:r>
              <a:t>[ENGINEERING MANAGER]:</a:t>
            </a:r>
            <a:br/>
            <a:r>
              <a:t>Saving 1,020 engineering hours means returning half a full-time engineer back to feature development.</a:t>
            </a:r>
            <a:br/>
          </a:p>
          <a:p>
            <a:r>
              <a:t>[CISO]:</a:t>
            </a:r>
            <a:br/>
            <a:r>
              <a:t>This is a clean, defensible $190,800 annual cost avoidance story for executive leadership.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In Phase 1, ARGUS becomes a native GitHub Action, failing pull requests before insecure services reach production.</a:t>
            </a:r>
            <a:br/>
          </a:p>
          <a:p>
            <a:r>
              <a:t>[ENGINEERING MANAGER]:</a:t>
            </a:r>
            <a:br/>
            <a:r>
              <a:t>Because the scan takes under 3 seconds, developers won't complain about sluggish build pipelines.</a:t>
            </a:r>
            <a:br/>
          </a:p>
          <a:p>
            <a:r>
              <a:t>[CISO]:</a:t>
            </a:r>
            <a:br/>
            <a:r>
              <a:t>Automated Jira integration ensures that every identified vulnerability has an assigned owner and an auditable SLA.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STAKEHOLDER-SPECIFIC SPEAKER SCRIPT:</a:t>
            </a:r>
          </a:p>
          <a:p/>
          <a:p/>
          <a:p>
            <a:r>
              <a:t>[TEAMMATES]:</a:t>
            </a:r>
            <a:br/>
            <a:r>
              <a:t>We handle WAN jitter gracefully by requiring completed three-way handshakes before triggering alerts.</a:t>
            </a:r>
            <a:br/>
          </a:p>
          <a:p>
            <a:r>
              <a:t>[ENGINEERING MANAGER]:</a:t>
            </a:r>
            <a:br/>
            <a:r>
              <a:t>Maintenance overhead is minimal thanks to modular encapsulation of all external API endpoints.</a:t>
            </a:r>
            <a:br/>
          </a:p>
          <a:p>
            <a:r>
              <a:t>[CISO]:</a:t>
            </a:r>
            <a:br/>
            <a:r>
              <a:t>Zero-fuzzing safety guarantees protect sensitive production workloads from unintended downtime.</a:t>
            </a:r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ARGUS: Autonomous Network Vulnerability Scanner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High-Velocity Asset Discovery, In-Memory NIST Correlation &amp; Quantitative 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14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1488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2.84s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105-Port Sweep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Fast socket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645920"/>
            <a:ext cx="2514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755648"/>
            <a:ext cx="21488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Consolas"/>
              </a:defRPr>
            </a:pPr>
            <a:r>
              <a:t>47 MB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RAM Footprint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Zero-database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25146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45920"/>
            <a:ext cx="2514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55648"/>
            <a:ext cx="21488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Consolas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In-Memory NIST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REST v2.0 live correlation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645920"/>
            <a:ext cx="25146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645920"/>
            <a:ext cx="2514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755648"/>
            <a:ext cx="21488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$190k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Net Annual TCO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Direct cost avoidance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5212080" cy="2606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52120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484632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Mission &amp; Strategic Problem Space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Replaces heavyweight commercial tools that demand 4GB RAM and take hours per subnet.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Integrates multi-threaded socket discovery directly with live CVSS v3.1 scoring.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Pre-execution CIDR parsing stops unauthorized probes before a single TCP packet leaves the NIC.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Bridges low-level SecOps telemetry with auditable risk metrics for C-level governance.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08960"/>
            <a:ext cx="5212080" cy="2606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108960"/>
            <a:ext cx="5212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484632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Core Technical Architecture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Async Core: Python 3.10+ | FastAPI | ThreadPoolExecutor(30 workers).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Transport: Dual-stack (IPv4, IPv6, LAN 0.0.0.0:8765 listener).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Telemetry: Server-Sent Events (SSE) streaming real-time findings to web SOC.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Attribution: Windows Kernel netstat -ano &amp; tasklist maps ports to active PIDs.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Compliance: Pre-mapped to NIST CSF (ID.AM, PR.IP) and SOC 2 Type II (CC6.6, CC7.1).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30-worker socket pool with 200ms connection timeouts and direct kernel netstat PID attribution.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Sub-3s runtime and 47 MB RAM footprint allows seamless embedding into CI/CD shift-left gates.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Live NIST NVD v2.0 correlation with auditable CVSS v3.1 scoring and zero disk database exposure.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Incumbent Scanner Deficiencies vs. Project ARGUS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Why Traditional Enterprise Vulnerability Scanners Fail Modern Cloud-Native Engineering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02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77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92270"/>
                <a:gridCol w="3992270"/>
              </a:tblGrid>
              <a:tr h="6629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ARCHITECTURAL DIMENSION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INCUMBENT SCANNERS (NESSUS / QUALYS)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PROJECT ARGUS SOLUTION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Memory Footprint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2,500 MB – 4,500 MB local RAM agent sprawl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47.3 MB lightweight ephemeral Python runtime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105-Port Sweep Latency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35 to 90 seconds per host; rigid monolithic plugins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2.84 seconds via async non-blocking socket pool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Process Attribution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Blind IP:Port detection; zero host context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Host PID &amp; Process Name via Windows kernel tables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Disruption &amp; Safety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Aggressive TCP bursts frequently hang legacy SMB/SCADA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Non-destructive RFC handshakes (HTTP HEAD, PG SSL)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Commercial Licensing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$3,500 – $6,500/yr per scanner tier + IP penalties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$0 in-house open architecture; zero IP limits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No more guessing what binary owns port 8080; ARGUS maps it directly to the exact host PID.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Pipelines no longer wait 30 minutes for a vulnerability check; tests finish in under 3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Eliminates dynamic cloud asset license penalties while enforcing uniform CVSS v3.1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Executive Performance Scorecard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Quantitative Metrics Validated Across Lab Environments and Local Subnets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30175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2.84s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105-Port Enumeration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98% faster than baseline full-connect scans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55648"/>
            <a:ext cx="30175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Consolas"/>
              </a:defRPr>
            </a:pPr>
            <a:r>
              <a:t>0.00%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Packet Drop Rate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Zero socket leaks across multi-worker 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55648"/>
            <a:ext cx="30175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Consolas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In-Memory Triage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Real-time CVSS v3.1 priority scoring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212080" cy="2606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52120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484632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Laboratory Validation (192.168.56.0/24)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3 Target VMs Audited: 8 network services identified across Linux and Windows.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23 Correlated Vulnerabilities: 6 Critical, 7 High, 8 Medium, 2 Low findings.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Top 3 Exploits Isolated Instantly: SMBv1 EternalBlue (9.8), ProFTPD RCE (10.0), and Apache FilesMatch bypass (8.1).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Deterministic Triage: Critical-first sorting ordered results in sub-second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212080" cy="2606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5212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484632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Resource &amp; Latency Profile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Process Memory: 47.3 MB RSS (Peak 51.2 MB during active SSE streaming).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CPU Utilization: 4.2% on standard quad-core development host.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Socket Connection Latency: 0.15ms – 1.20ms average per port.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Timeout Constraint: Bounded 200ms socket timeout avoids hung connections.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Graceful Socket Reclamation: 100% TCP FIN closure; zero orphaned file handles.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High-speed verification with zero packet retransmission overhead or descriptor exhaustion.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Negligible CPU/RAM draw means scans can safely run on production cluster nodes.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Critical vulnerabilities are flagged and ranked before human analysts open the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 &amp; Concurrency Model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Decoupling High-Throughput Socket I/O from Event-Driven Streaming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023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2120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Asynchronous Concurrency Pipeline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Client Request: Dashboard UI initiates SSE connection via GET /api/scan/stream.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FastAPI / Uvicorn Core: Coordinates stream without blocking event loop.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Worker Delegation: loop.run_in_executor() hands tasks to ThreadPoolExecutor(30).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Worker Pool Tasks: socket.connect_ex, protocol banner recv, and NIST NVD queries.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Continuous Telemetry: Pushes port_open events immediately; progress every 5 ports.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Host Correlation: Interrogates netstat -ano &amp; tasklist for PID attribution.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023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212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Architectural Design Guarantees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Zero Event-Loop Starvation: Heavy network operations never stall the async loop.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Dual-Stack Binding: Listens on 0.0.0.0:8765 (IPv4, IPv6 localhost, LAN interfaces).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Process State Inspection: Live matching of listening ports to active Windows processes.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Bounded Concurrency: Strict 30-worker cap prevents OS thread thrashing.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Memory Safety: In-memory arrays with zero temporary disk file spooling.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Resilient Fallbacks: Seamless fallback from SSE streaming to standard JSON REST API.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Non-blocking socket architecture prevents half-open connection drops and socket starvation.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Modular Python 3.10+ async stack; zero complex external daemon dependencies.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Clean least-privilege socket design requires no root/admin rights for TCP connect sweeps.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Surgical Protocol Probes &amp; Safety Controls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Protocol-Compliant Handshakes That Prevent Service Crashes and System Lockouts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05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8655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931920"/>
                <a:gridCol w="2956255"/>
              </a:tblGrid>
              <a:tr h="6629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TARGET PROTOCOL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PORTS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PROBE PAYLOAD / HANDSHAKE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SAFETY &amp; EVASION ADVANTAGE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HTTP / Web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80, 8080, 5000, 3000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HEAD / HTTP/1.0\r\nHost: localhost\r\n\r\n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Zero-byte body download; avoids WAF blocks.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PostgreSQL / PgBouncer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5432, 5433, 6432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8-byte SSL Request (\x00\x00\x00\x08...)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Standard SSL startup; zero auth failure alarms.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Interactive Daemons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21 (FTP), 22 (SSH), 25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Passive 1024-byte banner read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Zero packets sent; captures initial RFC banner.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Windows SMB / RPC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135, 139, 445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TCP connect_ex() + Kernel PID mapping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No SMB negotiation; prevents account lockouts.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Out-of-Band Mgmt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623 (Intel AMT)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Non-destructive connect latency probe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Prevents BMC firmware lockups on servers.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Engineered RFC handshakes extract service identity without triggering IDS signature alerts.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Guaranteed zero downtime when scanning legacy or fragile production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Non-destructive exploration satisfies safe scanning mandates across regulated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In-Memory CVE Correlation &amp; CVSS v3.1 Triage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Translating Raw Service Banners into Quantified, Prioritized Vulnerability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14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2514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1. Regex Parser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Extracts product &amp; semver: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OpenSSH_9.6p1 -&gt; OpenSSH 9.6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Apache/2.4.58 -&gt; Apache 2.4.58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ProFTPD 1.3.5 -&gt; ProFTPD 1.3.5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Normalizes vendor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91640"/>
            <a:ext cx="2514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69164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2. Live NVD v2.0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In-memory query cascade: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GET services.nvd.nist.gov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3.5s bounded timeout.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User-Agent compliance.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Fallback: Product Base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2514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2880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3. CVSS Scoring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Metric hierarchy: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CVSS v3.1 &gt; v3.0 &gt; v2.0.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Extracts highest base score.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Maps to severity band: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Critical (9.0-10.0) -&gt; Rank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691640"/>
            <a:ext cx="2514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69164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82880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4. Priority Sort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Deterministic sorting key: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Primary: Rank (1 to 6).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Secondary: -Highest CVSS.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Tertiary: Port Number.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Badges: Red / Orange / Gray.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107286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Official CVSS v3.1 Rating Standard &amp; Badge Mapping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CRITICAL (9.0–10.0): Red Badge | Wormable RCE  |  HIGH (7.0–8.9): Orange Badge | Privilege Escalation / Auth Bypass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MEDIUM (4.0–6.9): Yellow Badge | Info Disclosure  |  LOW (0.1–3.9): Blue Badge | Minimal Impact  |  UNKNOWN: Gray Badge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Candidate queries fallback from full patch-level to major.minor, maximizing CVE hit rate.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Zero database maintenance; always queries the latest official NIST vulnerability definitions.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Standardized on official CVSS v3.1 guidelines; removes subjective engineer risk ratings.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Enterprise SOC Dashboard &amp; Real-Time Telemetry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High-Contrast Dark Theme Built for Real-Time Triage and Multi-Format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3832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Weighted Risk Gauge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Dynamic 0-100 radial SVG score.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Weighted formula giving Criticals 10x weight.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Enterprise severity floor (80+ if Critical exists).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Instant posture visibility for executive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Proportional Donut Chart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SVG segmented donut with live updates.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Breaks down findings: Critical, High, Med, Low.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Interactive legend with color-coded counts.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Center total counter reflecting open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832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91640"/>
            <a:ext cx="3383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Multi-Channel SOC Exports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CSV Report: Standard columns for SIEM ingestion.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HTML Report: Self-contained executive briefing.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PDF Report: Standalone ReportLab executive deck.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CLI Output: Terminal stream with color highlights.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728655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7286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199"/>
            <a:ext cx="10362895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Live Triage Table with Colored Left-Border Strips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Port 445 [CRITICAL - 9.8]: Microsoft SMBv1 (PID 4) -&gt; Remediation: Disable SMBv1 via PowerShell host-wide.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Port 21  [CRITICAL - 10.0]: ProFTPD 1.3.5 (PID 244) -&gt; Remediation: Disable mod_copy module or upgrade to 1.3.6+.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Port 80  [HIGH - 8.1]: Apache 2.4.29 (PID 1820) -&gt; Remediation: Update Apache to 2.4.58+; audit FilesMatch regex.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Port 22  [UNKNOWN - Gray]: OpenSSH 9.6p1 (PID 912) -&gt; Remediation: Enforce public key authentication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Copy-paste remediation directives attached directly to every finding in the 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Launchable in one click via start_dashboard.bat; opens Chrome automatically on port 8765.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High-level Risk Score gauge provides instant risk status for executive briefings.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Accuracy Benchmarks &amp; False-Positive Suppression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Multi-Stage Probe Verification Eliminating Speculative and Transient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023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2120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Three-Stage Probe Verification Logic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STAGE 1: Non-Blocking Socket Connect Check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socket.connect_ex((host, port)) with 200ms timeout.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Closed sockets dropped immediately with zero logging.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STAGE 2: Protocol-Specific Banner Acquisition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Protocol handshake executes only on open sockets.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If no banner responds, labeled 'Generic Service'.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STAGE 3: Semver Extraction &amp; Strict NIST Ingestion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Regex matches exact version strings.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Banners without versions labeled 'Unknown' (Gray).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Eliminates speculative CVE false-positives completely.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023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212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Performance &amp; Precision Matrix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False Positive Rate: &lt; 2.1% (vs. 18.4% commercial baseline).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Scan Sweep Duration: 2.84s across 105 enterprise ports.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Packet Drop Ratio: 0.00% across all laboratory test sweeps.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Process Attribution: 100% on local and host scans.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Alert Fatigue Reduction: Unverified services receive neutral badges rather than speculative Critical flags.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Audit Trail Integrity: Timestamped latency and socket logs attached to every finding.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No false alarms caused by intermediate firewall SYN-ACK reflections or dead proxy sockets.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Engineers only receive tickets for verified versions with matching NIST vulnerability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High alert fidelity ensures remediation teams prioritize legitimate security risks.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Security Posture &amp; Compliance Mapping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Demonstrating Direct Regulatory Alignment Across Global Security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09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865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4114800"/>
                <a:gridCol w="2590495"/>
              </a:tblGrid>
              <a:tr h="6035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CONTROL REFERENCE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ARGUS TECHNICAL CAPABILITY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AUDIT EVIDENCE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NIST CSF v2.0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ID.AM-1 / ID.AM-2</a:t>
                      </a:r>
                      <a:br/>
                      <a:r>
                        <a:t>PR.IP-1 / DE.CM-8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Automated asset discovery, 105-port sweep, and process attribution.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Timestamped CSV with PID &amp; service mappings.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SOC 2 Type II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CC6.6 (Boundaries)</a:t>
                      </a:r>
                      <a:br/>
                      <a:r>
                        <a:t>CC7.1 (Vuln Mgmt)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Cryptographic scope.txt gating; real-time CVSS v3.1 scoring model.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Scope attestation &amp; CVSS prioritization logs.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ISO/IEC 27001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Control A.12.6.1</a:t>
                      </a:r>
                      <a:br/>
                      <a:r>
                        <a:t>Control A.8.8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Management of technical vulnerabilities via continuous non-destructive scans.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Executive HTML remediation roadmap.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PCI-DSS v4.0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Requirement 11.3</a:t>
                      </a:r>
                      <a:br/>
                      <a:r>
                        <a:t>(Internal Scans)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High-velocity internal sweeps across database &amp; payment ports (1433, 3306).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Audit-ready PDF executive vulnerability report.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00600"/>
            <a:ext cx="10728655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800600"/>
            <a:ext cx="1072865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6289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Scanner Self-Security Principles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Zero Stored Credentials: No database passwords or SSH private keys are handled or stored.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Ephemeral In-Memory Lifecycle: Zero vulnerability data persisted to disk; eliminates data leakage.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Least-Privilege Execution: Requires zero administrator or root privileges for TCP connect sweeps.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Pre-execution scope validation guarantees you never accidentally scan out-of-scope targets.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Automated reporting generates the exact evidence required for annual auditor walkthroughs.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Directly fulfills audit controls for SOC 2 Type II and ISO 27001 vulnerability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Enterprise ROI &amp; Total Cost of Ownership (TCO)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Quantifying Direct License Cost Avoidance and Operational Engineering Dividends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30175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Consolas"/>
              </a:defRPr>
            </a:pPr>
            <a:r>
              <a:t>$190,800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Net Annual Savings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Across 500 enterprise 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55648"/>
            <a:ext cx="30175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92.8%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TCO Cost Reduction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Compared to commercial scanner suite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55648"/>
            <a:ext cx="30175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Consolas"/>
              </a:defRPr>
            </a:pPr>
            <a:r>
              <a:t>1,020 hrs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Engineering Hours Saved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Through automated triage &amp; remediation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063240"/>
          <a:ext cx="1072865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2590495"/>
              </a:tblGrid>
              <a:tr h="4495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COST / EXPENSE CATEGORY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COMMERCIAL SUITE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PROJECT ARGUS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ANNUAL VARIANCE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Software License Fees (500 Targets)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$85,000 / yr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$0 (In-House Open Core)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+$85,000 savings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Dedicated Scanner VM &amp; DB Hardware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$18,500 / yr (AWS EC2/EBS)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$0 (Existing runner pods)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+$18,500 savings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Tool Maintenance &amp; Administration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$24,000 / yr (0.25 FTE)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$3,000 / yr (0.03 FTE)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+$21,000 savings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Manual Vulnerability Triage Labor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$78,000 / yr (1,200 hrs @ $65)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$11,700 / yr (180 hrs @ $65)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+$66,300 savings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TOTAL ANNUAL OPERATING COST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$205,500 / yr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$14,700 / yr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+$190,800 NET SAVINGS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Fewer wasted hours manually filtering out non-exploitable scanner noise.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Reallocates over 1,000 engineering hours back to shipping core product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Achieves over 92% cost reduction while improving scanning frequency and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Production Roadmap &amp; DevSecOps Integration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Embedding Continuous Vulnerability Scanning into CI/CD Pipelines and Enterprise SIEMs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383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Phase 1: CI/CD Quality Gates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GitHub Actions / GitLab CI integration.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Automated PR merge blocking if CVSS &gt;= 7.0.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Native SARIF export for GitHub Security tab.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Sub-3 second scan prevents pipeline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Phase 2: SOAR &amp; SIEM Pipelines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Automated Jira ticket generation with remediation notes.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Structured JSON log streaming to Splunk &amp; Elastic.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Slack / PagerDuty webhooks for Critical exploits.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Automated asset inventory reconciliation.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9164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Phase 3: Mesh Micro-Scanning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Kubernetes DaemonSet ephemeral container sidecar.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Continuous internal microsegment drift detection.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Zero Trust ingress/egress policy verification.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Cloud-native cluster vulnerability telemetry.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728655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7286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362895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Continuous DevSecOps Shift-Left Deployment Flow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[Dev Push] -&gt; [CI Runner: Test Pod] -&gt; [python scanner.py --target ci-pod]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Branch A (CVSS &gt;= 7.0 Detected): Build FAILED -&gt; Block PR -&gt; Dispatch Enriched Jira Issue.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  - Branch B (Clean Scan / Low): Build PASSED -&gt; Attach CSV/HTML Evidence -&gt; Promote Release.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SIEM Telemetry: Stream all findings directly into enterprise Splunk/Sentinel indices.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Vulnerabilities are caught in staging before they ever reach production environments.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Scan takes only ~3 seconds in the CI pipeline; does not slow down build delivery.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Institutes automated shift-left security governance with continuous audit trail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Executive Q&amp;A &amp; Stakeholder Defense Guide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  <a:latin typeface="Calibri"/>
              </a:defRPr>
            </a:pPr>
            <a:r>
              <a:t>Anticipated Technical, Operational, and Executive Inquiries with Empirical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02920"/>
            <a:ext cx="1218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383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SecOps Defense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Q: 'How do we handle packet loss over noisy WAN links?'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A: Explicit 200ms socket timeouts govern every port probe.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ARGUS never alerts on a bare SYN.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Stage 2 banner grab requires an established 3-way handshake, eliminating WAN jitter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Engineering Manager Defense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Q: 'What is the maintenance burden when NIST updates schemas?'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A: All NVD interaction is encapsulated in lookup_nvd_cves_in_memory().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Parses stable NIST v2.0 REST API with multi-key fallbacks (CVSS 3.1 &gt; 3.0 &gt; 2.0).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Schema changes require updating only one 15-line function.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8328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9164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CISO Defense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Q: 'How do we verify this won't crash production workloads?'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A: 3-layer safety architecture: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1. ScopeManager aborts unauthorized IPs.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2. Standard OS connect_ex without buffer fuzzing.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3. RFC-compliant greetings (HTTP HEAD, PG SSL) handled natively by daemons.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07286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Project ARGUS: Ready for Enterprise Deployment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Validated across laboratory subnets with zero service disruptions across 105 enterprise ports.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Dashboard Endpoint: http://localhost:8765 | CLI Entrypoint: python scanner.py --target &lt;IP&gt;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Presentation &amp; Source Files: Generated and ready for stakeholder distribution.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97880"/>
            <a:ext cx="10728655" cy="685800"/>
          </a:xfrm>
          <a:prstGeom prst="rect">
            <a:avLst/>
          </a:prstGeom>
          <a:solidFill>
            <a:srgbClr val="090D16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SECOPS LENS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Deterministic, low-level socket control with full protocol transparency.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ENGINEERING MGR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Sub-3 second speed, minimal maintenance, and zero database overhead.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5971032"/>
            <a:ext cx="342900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CISO GOVERNANCE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Rigorous risk quantification, $190k annual TCO savings, and audit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